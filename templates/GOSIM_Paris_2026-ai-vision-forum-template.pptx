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72" r:id="rId2"/>
    <p:sldId id="275" r:id="rId3"/>
    <p:sldId id="257" r:id="rId4"/>
    <p:sldId id="258" r:id="rId5"/>
    <p:sldId id="282" r:id="rId6"/>
    <p:sldId id="265" r:id="rId7"/>
    <p:sldId id="260" r:id="rId8"/>
    <p:sldId id="273" r:id="rId9"/>
    <p:sldId id="274" r:id="rId10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6" userDrawn="1">
          <p15:clr>
            <a:srgbClr val="A4A3A4"/>
          </p15:clr>
        </p15:guide>
        <p15:guide id="2" pos="380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5" name="作者" initials="A" lastIdx="0" clrIdx="2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D74F"/>
    <a:srgbClr val="30AD80"/>
    <a:srgbClr val="FFFFFF"/>
    <a:srgbClr val="0A2540"/>
    <a:srgbClr val="FFF001"/>
    <a:srgbClr val="FFDA00"/>
    <a:srgbClr val="30AE82"/>
    <a:srgbClr val="FFF100"/>
    <a:srgbClr val="2B6CF1"/>
    <a:srgbClr val="79D7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88"/>
    <p:restoredTop sz="94704"/>
  </p:normalViewPr>
  <p:slideViewPr>
    <p:cSldViewPr snapToGrid="0" showGuides="1">
      <p:cViewPr varScale="1">
        <p:scale>
          <a:sx n="120" d="100"/>
          <a:sy n="120" d="100"/>
        </p:scale>
        <p:origin x="720" y="176"/>
      </p:cViewPr>
      <p:guideLst>
        <p:guide orient="horz" pos="2156"/>
        <p:guide pos="38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ea typeface="思源黑体 CN" panose="020B0800000000000000" charset="-122"/>
              <a:cs typeface="思源黑体 CN" panose="020B08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ea typeface="思源黑体 CN" panose="020B0800000000000000" charset="-122"/>
                <a:cs typeface="思源黑体 CN" panose="020B0800000000000000" charset="-122"/>
              </a:rPr>
              <a:t>2026/4/23</a:t>
            </a:fld>
            <a:endParaRPr lang="zh-CN" altLang="en-US">
              <a:ea typeface="思源黑体 CN" panose="020B0800000000000000" charset="-122"/>
              <a:cs typeface="思源黑体 CN" panose="020B08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ea typeface="思源黑体 CN" panose="020B0800000000000000" charset="-122"/>
              <a:cs typeface="思源黑体 CN" panose="020B08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ea typeface="思源黑体 CN" panose="020B0800000000000000" charset="-122"/>
                <a:cs typeface="思源黑体 CN" panose="020B0800000000000000" charset="-122"/>
              </a:rPr>
              <a:t>‹#›</a:t>
            </a:fld>
            <a:endParaRPr lang="zh-CN" altLang="en-US">
              <a:ea typeface="思源黑体 CN" panose="020B0800000000000000" charset="-122"/>
              <a:cs typeface="思源黑体 CN" panose="020B08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" panose="020B0800000000000000" charset="-122"/>
                <a:ea typeface="思源黑体 CN" panose="020B0800000000000000" charset="-122"/>
                <a:cs typeface="思源黑体 CN" panose="020B0800000000000000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" panose="020B0800000000000000" charset="-122"/>
                <a:ea typeface="思源黑体 CN" panose="020B0800000000000000" charset="-122"/>
                <a:cs typeface="思源黑体 CN" panose="020B0800000000000000" charset="-122"/>
              </a:defRPr>
            </a:lvl1pPr>
          </a:lstStyle>
          <a:p>
            <a:fld id="{FE24873F-E1EC-7146-A2D5-BA37488A38CF}" type="datetimeFigureOut">
              <a:rPr kumimoji="1" lang="zh-CN" altLang="en-US" smtClean="0"/>
              <a:t>2026/4/23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" panose="020B0800000000000000" charset="-122"/>
                <a:ea typeface="思源黑体 CN" panose="020B0800000000000000" charset="-122"/>
                <a:cs typeface="思源黑体 CN" panose="020B0800000000000000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" panose="020B0800000000000000" charset="-122"/>
                <a:ea typeface="思源黑体 CN" panose="020B0800000000000000" charset="-122"/>
                <a:cs typeface="思源黑体 CN" panose="020B0800000000000000" charset="-122"/>
              </a:defRPr>
            </a:lvl1pPr>
          </a:lstStyle>
          <a:p>
            <a:fld id="{D34DCF5F-8B1C-2D4E-A5D0-ACD90FD428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" panose="020B0800000000000000" charset="-122"/>
        <a:ea typeface="思源黑体 CN" panose="020B0800000000000000" charset="-122"/>
        <a:cs typeface="思源黑体 CN" panose="020B0800000000000000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" panose="020B0800000000000000" charset="-122"/>
        <a:ea typeface="思源黑体 CN" panose="020B0800000000000000" charset="-122"/>
        <a:cs typeface="思源黑体 CN" panose="020B0800000000000000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" panose="020B0800000000000000" charset="-122"/>
        <a:ea typeface="思源黑体 CN" panose="020B0800000000000000" charset="-122"/>
        <a:cs typeface="思源黑体 CN" panose="020B0800000000000000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" panose="020B0800000000000000" charset="-122"/>
        <a:ea typeface="思源黑体 CN" panose="020B0800000000000000" charset="-122"/>
        <a:cs typeface="思源黑体 CN" panose="020B0800000000000000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" panose="020B0800000000000000" charset="-122"/>
        <a:ea typeface="思源黑体 CN" panose="020B0800000000000000" charset="-122"/>
        <a:cs typeface="思源黑体 CN" panose="020B0800000000000000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5.xml"/><Relationship Id="rId7" Type="http://schemas.openxmlformats.org/officeDocument/2006/relationships/image" Target="../media/image2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1.jpe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10" Type="http://schemas.openxmlformats.org/officeDocument/2006/relationships/image" Target="../media/image3.png"/><Relationship Id="rId4" Type="http://schemas.openxmlformats.org/officeDocument/2006/relationships/tags" Target="../tags/tag10.xml"/><Relationship Id="rId9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5.xml"/><Relationship Id="rId7" Type="http://schemas.openxmlformats.org/officeDocument/2006/relationships/image" Target="../media/image1.jpe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9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5.jpe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image" Target="../media/image6.png"/><Relationship Id="rId5" Type="http://schemas.openxmlformats.org/officeDocument/2006/relationships/tags" Target="../tags/tag24.xml"/><Relationship Id="rId10" Type="http://schemas.openxmlformats.org/officeDocument/2006/relationships/image" Target="../media/image2.png"/><Relationship Id="rId4" Type="http://schemas.openxmlformats.org/officeDocument/2006/relationships/tags" Target="../tags/tag23.xml"/><Relationship Id="rId9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29.xml"/><Relationship Id="rId7" Type="http://schemas.openxmlformats.org/officeDocument/2006/relationships/tags" Target="../tags/tag33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11" Type="http://schemas.openxmlformats.org/officeDocument/2006/relationships/image" Target="../media/image6.png"/><Relationship Id="rId5" Type="http://schemas.openxmlformats.org/officeDocument/2006/relationships/tags" Target="../tags/tag31.xml"/><Relationship Id="rId10" Type="http://schemas.openxmlformats.org/officeDocument/2006/relationships/image" Target="../media/image2.png"/><Relationship Id="rId4" Type="http://schemas.openxmlformats.org/officeDocument/2006/relationships/tags" Target="../tags/tag30.xml"/><Relationship Id="rId9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13" Type="http://schemas.openxmlformats.org/officeDocument/2006/relationships/image" Target="../media/image6.png"/><Relationship Id="rId3" Type="http://schemas.openxmlformats.org/officeDocument/2006/relationships/tags" Target="../tags/tag36.xml"/><Relationship Id="rId7" Type="http://schemas.openxmlformats.org/officeDocument/2006/relationships/tags" Target="../tags/tag40.xml"/><Relationship Id="rId12" Type="http://schemas.openxmlformats.org/officeDocument/2006/relationships/image" Target="../media/image2.png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image" Target="../media/image3.png"/><Relationship Id="rId5" Type="http://schemas.openxmlformats.org/officeDocument/2006/relationships/tags" Target="../tags/tag38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37.xml"/><Relationship Id="rId9" Type="http://schemas.openxmlformats.org/officeDocument/2006/relationships/tags" Target="../tags/tag4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image" Target="../media/image3.png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/Users/enson/Downloads/确定版KV.jpg确定版KV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5" name="图片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54087" y="469753"/>
            <a:ext cx="1397002" cy="35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/Users/enson/Downloads/确定版KV.jpg确定版KV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5" name="图片 12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54087" y="469753"/>
            <a:ext cx="1397002" cy="355600"/>
          </a:xfrm>
          <a:prstGeom prst="rect">
            <a:avLst/>
          </a:prstGeom>
        </p:spPr>
      </p:pic>
      <p:sp>
        <p:nvSpPr>
          <p:cNvPr id="25" name="文本占位符 2"/>
          <p:cNvSpPr>
            <a:spLocks noGrp="1"/>
          </p:cNvSpPr>
          <p:nvPr>
            <p:ph type="body" idx="15" hasCustomPrompt="1"/>
            <p:custDataLst>
              <p:tags r:id="rId2"/>
            </p:custDataLst>
          </p:nvPr>
        </p:nvSpPr>
        <p:spPr>
          <a:xfrm>
            <a:off x="405130" y="1818640"/>
            <a:ext cx="8556625" cy="2002155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66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 panose="020B0604020202090204" charset="0"/>
                <a:ea typeface="Microsoft YaHei Bold" panose="020B0502040204020203" charset="-122"/>
                <a:cs typeface="Source Han Sans SC" panose="020B0400000000000000" pitchFamily="34" charset="-128"/>
              </a:defRPr>
            </a:lvl1pPr>
          </a:lstStyle>
          <a:p>
            <a:pPr marL="0" lvl="0" eaLnBrk="0" hangingPunct="0"/>
            <a:r>
              <a:rPr kumimoji="1" lang="en-US" dirty="0" err="1"/>
              <a:t>Topic</a:t>
            </a:r>
          </a:p>
        </p:txBody>
      </p:sp>
      <p:pic>
        <p:nvPicPr>
          <p:cNvPr id="2" name="图片 1" descr="/Users/enson/Downloads/GOSIM Paris 2026.pngGOSIM Paris 2026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8">
            <a:biLevel thresh="50000"/>
          </a:blip>
          <a:srcRect l="113" r="113"/>
          <a:stretch>
            <a:fillRect/>
          </a:stretch>
        </p:blipFill>
        <p:spPr>
          <a:xfrm>
            <a:off x="9675495" y="507536"/>
            <a:ext cx="2025650" cy="280035"/>
          </a:xfrm>
          <a:prstGeom prst="rect">
            <a:avLst/>
          </a:prstGeom>
          <a:effectLst>
            <a:outerShdw blurRad="12700" dist="12700" dir="2700000" algn="tl" rotWithShape="0">
              <a:prstClr val="black">
                <a:alpha val="20000"/>
              </a:prstClr>
            </a:outerShdw>
          </a:effectLst>
        </p:spPr>
      </p:pic>
      <p:sp>
        <p:nvSpPr>
          <p:cNvPr id="6" name="文本占位符 2"/>
          <p:cNvSpPr>
            <a:spLocks noGrp="1"/>
          </p:cNvSpPr>
          <p:nvPr>
            <p:ph type="body" idx="13" hasCustomPrompt="1"/>
            <p:custDataLst>
              <p:tags r:id="rId4"/>
            </p:custDataLst>
          </p:nvPr>
        </p:nvSpPr>
        <p:spPr>
          <a:xfrm>
            <a:off x="405130" y="3820795"/>
            <a:ext cx="8556625" cy="79883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8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 panose="020B0604020202090204" charset="0"/>
                <a:ea typeface="Microsoft YaHei Bold" panose="020B0502040204020203" charset="-122"/>
                <a:cs typeface="Source Han Sans SC" panose="020B0400000000000000" pitchFamily="34" charset="-128"/>
              </a:defRPr>
            </a:lvl1pPr>
          </a:lstStyle>
          <a:p>
            <a:pPr marL="0" lvl="0" eaLnBrk="0" hangingPunct="0"/>
            <a:r>
              <a:rPr kumimoji="1" lang="en-US" dirty="0" err="1"/>
              <a:t>Name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/Users/enson/Downloads/确定版KV.jpg确定版KV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8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" name="图片 19" descr="CONTENTS_"/>
          <p:cNvPicPr>
            <a:picLocks noChangeAspect="1"/>
          </p:cNvPicPr>
          <p:nvPr userDrawn="1"/>
        </p:nvPicPr>
        <p:blipFill>
          <a:blip r:embed="rId9">
            <a:alphaModFix amt="60000"/>
          </a:blip>
          <a:stretch>
            <a:fillRect/>
          </a:stretch>
        </p:blipFill>
        <p:spPr>
          <a:xfrm>
            <a:off x="431165" y="507365"/>
            <a:ext cx="5179060" cy="1228090"/>
          </a:xfrm>
          <a:prstGeom prst="rect">
            <a:avLst/>
          </a:prstGeom>
          <a:effectLst/>
        </p:spPr>
      </p:pic>
      <p:pic>
        <p:nvPicPr>
          <p:cNvPr id="22" name="图片 21" descr="/Users/enson/Downloads/GOSIM Paris 2026.pngGOSIM Paris 2026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0">
            <a:biLevel thresh="50000"/>
          </a:blip>
          <a:srcRect l="113" r="113"/>
          <a:stretch>
            <a:fillRect/>
          </a:stretch>
        </p:blipFill>
        <p:spPr>
          <a:xfrm>
            <a:off x="9675495" y="507536"/>
            <a:ext cx="2025650" cy="280035"/>
          </a:xfrm>
          <a:prstGeom prst="rect">
            <a:avLst/>
          </a:prstGeom>
          <a:effectLst>
            <a:outerShdw blurRad="12700" dist="12700" dir="2700000" algn="tl" rotWithShape="0">
              <a:prstClr val="black">
                <a:alpha val="20000"/>
              </a:prstClr>
            </a:outerShdw>
          </a:effectLst>
        </p:spPr>
      </p:pic>
      <p:sp>
        <p:nvSpPr>
          <p:cNvPr id="24" name="文本占位符 2"/>
          <p:cNvSpPr>
            <a:spLocks noGrp="1"/>
          </p:cNvSpPr>
          <p:nvPr>
            <p:ph type="body" idx="13" hasCustomPrompt="1"/>
            <p:custDataLst>
              <p:tags r:id="rId3"/>
            </p:custDataLst>
          </p:nvPr>
        </p:nvSpPr>
        <p:spPr>
          <a:xfrm>
            <a:off x="2494280" y="2447290"/>
            <a:ext cx="6249670" cy="45974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400" b="0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90204" pitchFamily="34" charset="0"/>
                <a:ea typeface="Microsoft YaHei Bold" panose="020B0502040204020203" charset="-122"/>
                <a:cs typeface="Arial" panose="020B0604020202090204" pitchFamily="34" charset="0"/>
              </a:defRPr>
            </a:lvl1pPr>
          </a:lstStyle>
          <a:p>
            <a:pPr marL="0" lvl="0" eaLnBrk="0" hangingPunct="0"/>
            <a:r>
              <a:rPr kumimoji="1" lang="en-US" dirty="0" err="1"/>
              <a:t>Click here</a:t>
            </a:r>
          </a:p>
        </p:txBody>
      </p:sp>
      <p:sp>
        <p:nvSpPr>
          <p:cNvPr id="29" name="文本占位符 2"/>
          <p:cNvSpPr>
            <a:spLocks noGrp="1"/>
          </p:cNvSpPr>
          <p:nvPr>
            <p:ph type="body" idx="14" hasCustomPrompt="1"/>
            <p:custDataLst>
              <p:tags r:id="rId4"/>
            </p:custDataLst>
          </p:nvPr>
        </p:nvSpPr>
        <p:spPr>
          <a:xfrm>
            <a:off x="2494280" y="3884930"/>
            <a:ext cx="6249670" cy="45974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400" b="0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90204" pitchFamily="34" charset="0"/>
                <a:ea typeface="Microsoft YaHei Bold" panose="020B0502040204020203" charset="-122"/>
                <a:cs typeface="Arial" panose="020B0604020202090204" pitchFamily="34" charset="0"/>
              </a:defRPr>
            </a:lvl1pPr>
          </a:lstStyle>
          <a:p>
            <a:pPr marL="0" lvl="0" eaLnBrk="0" hangingPunct="0"/>
            <a:r>
              <a:rPr kumimoji="1" lang="en-US" dirty="0" err="1"/>
              <a:t>Click here</a:t>
            </a:r>
          </a:p>
        </p:txBody>
      </p:sp>
      <p:sp>
        <p:nvSpPr>
          <p:cNvPr id="30" name="文本占位符 2"/>
          <p:cNvSpPr>
            <a:spLocks noGrp="1"/>
          </p:cNvSpPr>
          <p:nvPr>
            <p:ph type="body" idx="15" hasCustomPrompt="1"/>
            <p:custDataLst>
              <p:tags r:id="rId5"/>
            </p:custDataLst>
          </p:nvPr>
        </p:nvSpPr>
        <p:spPr>
          <a:xfrm>
            <a:off x="2494280" y="3166110"/>
            <a:ext cx="6249670" cy="45974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400" b="0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90204" pitchFamily="34" charset="0"/>
                <a:ea typeface="Microsoft YaHei Bold" panose="020B0502040204020203" charset="-122"/>
                <a:cs typeface="Arial" panose="020B0604020202090204" pitchFamily="34" charset="0"/>
              </a:defRPr>
            </a:lvl1pPr>
          </a:lstStyle>
          <a:p>
            <a:pPr marL="0" lvl="0" eaLnBrk="0" hangingPunct="0"/>
            <a:r>
              <a:rPr kumimoji="1" lang="en-US" dirty="0" err="1"/>
              <a:t>Click here</a:t>
            </a:r>
          </a:p>
        </p:txBody>
      </p:sp>
      <p:sp>
        <p:nvSpPr>
          <p:cNvPr id="32" name="文本占位符 2"/>
          <p:cNvSpPr>
            <a:spLocks noGrp="1"/>
          </p:cNvSpPr>
          <p:nvPr>
            <p:ph type="body" idx="16" hasCustomPrompt="1"/>
            <p:custDataLst>
              <p:tags r:id="rId6"/>
            </p:custDataLst>
          </p:nvPr>
        </p:nvSpPr>
        <p:spPr>
          <a:xfrm>
            <a:off x="2494280" y="4603750"/>
            <a:ext cx="6249670" cy="45974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400" b="0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90204" pitchFamily="34" charset="0"/>
                <a:ea typeface="Microsoft YaHei Bold" panose="020B0502040204020203" charset="-122"/>
                <a:cs typeface="Arial" panose="020B0604020202090204" pitchFamily="34" charset="0"/>
              </a:defRPr>
            </a:lvl1pPr>
          </a:lstStyle>
          <a:p>
            <a:pPr marL="0" lvl="0" eaLnBrk="0" hangingPunct="0"/>
            <a:r>
              <a:rPr kumimoji="1" lang="en-US" dirty="0" err="1"/>
              <a:t>Click here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/Users/enson/Downloads/确定版KV.jpg确定版KV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2" name="图片 21" descr="/Users/enson/Downloads/GOSIM Paris 2026.pngGOSIM Paris 2026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8">
            <a:biLevel thresh="50000"/>
          </a:blip>
          <a:srcRect l="113" r="113"/>
          <a:stretch>
            <a:fillRect/>
          </a:stretch>
        </p:blipFill>
        <p:spPr>
          <a:xfrm>
            <a:off x="9675495" y="507536"/>
            <a:ext cx="2025650" cy="280035"/>
          </a:xfrm>
          <a:prstGeom prst="rect">
            <a:avLst/>
          </a:prstGeom>
          <a:effectLst>
            <a:outerShdw blurRad="12700" dist="12700" dir="2700000" algn="tl" rotWithShape="0">
              <a:prstClr val="black">
                <a:alpha val="20000"/>
              </a:prstClr>
            </a:outerShdw>
          </a:effectLst>
        </p:spPr>
      </p:pic>
      <p:sp>
        <p:nvSpPr>
          <p:cNvPr id="10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421005" y="825500"/>
            <a:ext cx="3550920" cy="2812415"/>
          </a:xfrm>
          <a:prstGeom prst="rect">
            <a:avLst/>
          </a:prstGeom>
        </p:spPr>
        <p:txBody>
          <a:bodyPr lIns="90000" tIns="46800" rIns="90000" bIns="46800" anchor="t" anchorCtr="0">
            <a:noAutofit/>
          </a:bodyPr>
          <a:lstStyle>
            <a:lvl1pPr algn="ctr">
              <a:lnSpc>
                <a:spcPct val="100000"/>
              </a:lnSpc>
              <a:defRPr sz="20000" b="1" i="0">
                <a:gradFill>
                  <a:gsLst>
                    <a:gs pos="23000">
                      <a:schemeClr val="bg1"/>
                    </a:gs>
                    <a:gs pos="71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  <a:effectLst/>
                <a:latin typeface="Microsoft YaHei Bold" panose="020B0502040204020203" charset="-122"/>
                <a:ea typeface="Microsoft YaHei Bold" panose="020B0502040204020203" charset="-122"/>
              </a:defRPr>
            </a:lvl1pPr>
          </a:lstStyle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5" hasCustomPrompt="1"/>
            <p:custDataLst>
              <p:tags r:id="rId4"/>
            </p:custDataLst>
          </p:nvPr>
        </p:nvSpPr>
        <p:spPr>
          <a:xfrm>
            <a:off x="569209" y="2821715"/>
            <a:ext cx="8887193" cy="860046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t" anchorCtr="0">
            <a:noAutofit/>
          </a:bodyPr>
          <a:lstStyle>
            <a:lvl1pPr marL="0" indent="0" algn="l">
              <a:buNone/>
              <a:defRPr lang="zh-CN" altLang="en-US" sz="54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 panose="020B0604020202090204" charset="0"/>
                <a:ea typeface="Microsoft YaHei Bold" panose="020B0502040204020203" charset="-122"/>
                <a:cs typeface="Source Han Sans SC" panose="020B0400000000000000" pitchFamily="34" charset="-128"/>
              </a:defRPr>
            </a:lvl1pPr>
          </a:lstStyle>
          <a:p>
            <a:pPr marL="0" lvl="0" eaLnBrk="0" hangingPunct="0"/>
            <a:r>
              <a:rPr kumimoji="1" lang="en-US" dirty="0" err="1"/>
              <a:t>Title</a:t>
            </a:r>
          </a:p>
        </p:txBody>
      </p:sp>
      <p:pic>
        <p:nvPicPr>
          <p:cNvPr id="75" name="图片 12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54087" y="469753"/>
            <a:ext cx="1397002" cy="35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GOSIM-Paris-2026确定版KV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5" name="图片 12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54087" y="469753"/>
            <a:ext cx="1397002" cy="355600"/>
          </a:xfrm>
          <a:prstGeom prst="rect">
            <a:avLst/>
          </a:prstGeom>
        </p:spPr>
      </p:pic>
      <p:pic>
        <p:nvPicPr>
          <p:cNvPr id="9" name="图片 8" descr="/Users/enson/Downloads/GOSIM Paris 2026.pngGOSIM Paris 2026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6">
            <a:biLevel thresh="50000"/>
          </a:blip>
          <a:srcRect l="113" r="113"/>
          <a:stretch>
            <a:fillRect/>
          </a:stretch>
        </p:blipFill>
        <p:spPr>
          <a:xfrm>
            <a:off x="9675495" y="507536"/>
            <a:ext cx="2025650" cy="280035"/>
          </a:xfrm>
          <a:prstGeom prst="rect">
            <a:avLst/>
          </a:prstGeom>
          <a:effectLst>
            <a:outerShdw blurRad="12700" dist="12700" dir="2700000" algn="tl" rotWithShape="0">
              <a:prstClr val="black">
                <a:alpha val="20000"/>
              </a:prstClr>
            </a:outerShdw>
          </a:effec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 descr="/Users/enson/Downloads/GOSIM Paris 2026.pngGOSIM Paris 2026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9"/>
          <a:srcRect l="113" r="113"/>
          <a:stretch>
            <a:fillRect/>
          </a:stretch>
        </p:blipFill>
        <p:spPr>
          <a:xfrm>
            <a:off x="9931400" y="326143"/>
            <a:ext cx="2025650" cy="280035"/>
          </a:xfrm>
          <a:prstGeom prst="rect">
            <a:avLst/>
          </a:prstGeom>
        </p:spPr>
      </p:pic>
      <p:sp>
        <p:nvSpPr>
          <p:cNvPr id="13" name="标题 9"/>
          <p:cNvSpPr>
            <a:spLocks noGrp="1"/>
          </p:cNvSpPr>
          <p:nvPr>
            <p:ph type="title" hasCustomPrompt="1"/>
          </p:nvPr>
        </p:nvSpPr>
        <p:spPr>
          <a:xfrm>
            <a:off x="518160" y="1094105"/>
            <a:ext cx="11160000" cy="50400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>
              <a:lnSpc>
                <a:spcPct val="120000"/>
              </a:lnSpc>
              <a:defRPr sz="2000" b="0">
                <a:solidFill>
                  <a:srgbClr val="0A2540"/>
                </a:solidFill>
                <a:effectLst/>
                <a:latin typeface="Arial Regular" panose="020B0604020202090204" charset="0"/>
                <a:ea typeface="Microsoft YaHei Regular" panose="020B0502040204020203" charset="-122"/>
                <a:cs typeface="Arial Regular" panose="020B0604020202090204" charset="0"/>
              </a:defRPr>
            </a:lvl1pPr>
          </a:lstStyle>
          <a:p>
            <a:r>
              <a:rPr lang="zh-CN" altLang="en-US" dirty="0"/>
              <a:t>Click here</a:t>
            </a:r>
          </a:p>
        </p:txBody>
      </p:sp>
      <p:sp>
        <p:nvSpPr>
          <p:cNvPr id="30" name="文本占位符 2"/>
          <p:cNvSpPr>
            <a:spLocks noGrp="1"/>
          </p:cNvSpPr>
          <p:nvPr>
            <p:ph type="body" idx="15" hasCustomPrompt="1"/>
            <p:custDataLst>
              <p:tags r:id="rId2"/>
            </p:custDataLst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EEE0BD"/>
                    </a:gs>
                    <a:gs pos="45000">
                      <a:srgbClr val="73988E"/>
                    </a:gs>
                    <a:gs pos="100000">
                      <a:srgbClr val="2D6B5B"/>
                    </a:gs>
                  </a:gsLst>
                  <a:lin ang="10800000" scaled="0"/>
                </a:gradFill>
                <a:latin typeface="Arial Bold" panose="020B0604020202090204" charset="0"/>
                <a:ea typeface="Microsoft YaHei Bold" panose="020B0502040204020203" charset="-122"/>
                <a:cs typeface="Arial Bold" panose="020B0604020202090204" charset="0"/>
              </a:defRPr>
            </a:lvl1pPr>
          </a:lstStyle>
          <a:p>
            <a:pPr marL="0" lvl="0" eaLnBrk="0" hangingPunct="0"/>
            <a:r>
              <a:rPr kumimoji="1" lang="en-US" dirty="0" err="1">
                <a:sym typeface="+mn-ea"/>
              </a:rPr>
              <a:t>Title</a:t>
            </a:r>
          </a:p>
        </p:txBody>
      </p:sp>
      <p:sp>
        <p:nvSpPr>
          <p:cNvPr id="5" name="矩形 4"/>
          <p:cNvSpPr/>
          <p:nvPr userDrawn="1">
            <p:custDataLst>
              <p:tags r:id="rId3"/>
            </p:custDataLst>
          </p:nvPr>
        </p:nvSpPr>
        <p:spPr>
          <a:xfrm>
            <a:off x="635" y="6496050"/>
            <a:ext cx="12191365" cy="361315"/>
          </a:xfrm>
          <a:prstGeom prst="rect">
            <a:avLst/>
          </a:prstGeom>
          <a:gradFill>
            <a:gsLst>
              <a:gs pos="100000">
                <a:srgbClr val="2D6B5B"/>
              </a:gs>
              <a:gs pos="45000">
                <a:srgbClr val="73988E"/>
              </a:gs>
              <a:gs pos="0">
                <a:srgbClr val="EEE0BD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2040204020203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1124565" y="6570663"/>
            <a:ext cx="832485" cy="212090"/>
          </a:xfrm>
          <a:prstGeom prst="rect">
            <a:avLst/>
          </a:prstGeom>
        </p:spPr>
      </p:pic>
      <p:cxnSp>
        <p:nvCxnSpPr>
          <p:cNvPr id="3" name="直接连接符 8"/>
          <p:cNvCxnSpPr/>
          <p:nvPr userDrawn="1">
            <p:custDataLst>
              <p:tags r:id="rId5"/>
            </p:custDataLst>
          </p:nvPr>
        </p:nvCxnSpPr>
        <p:spPr>
          <a:xfrm>
            <a:off x="1794934" y="723900"/>
            <a:ext cx="10397066" cy="0"/>
          </a:xfrm>
          <a:prstGeom prst="line">
            <a:avLst/>
          </a:prstGeom>
          <a:ln w="28575">
            <a:solidFill>
              <a:srgbClr val="2D6B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11"/>
          <p:cNvCxnSpPr/>
          <p:nvPr userDrawn="1">
            <p:custDataLst>
              <p:tags r:id="rId6"/>
            </p:custDataLst>
          </p:nvPr>
        </p:nvCxnSpPr>
        <p:spPr>
          <a:xfrm>
            <a:off x="221771" y="723900"/>
            <a:ext cx="1573530" cy="0"/>
          </a:xfrm>
          <a:prstGeom prst="line">
            <a:avLst/>
          </a:prstGeom>
          <a:ln w="28575">
            <a:solidFill>
              <a:srgbClr val="EEE0BD">
                <a:alpha val="69804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 descr="矢量智能对象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11"/>
          <a:stretch>
            <a:fillRect/>
          </a:stretch>
        </p:blipFill>
        <p:spPr>
          <a:xfrm flipH="1">
            <a:off x="635" y="5370195"/>
            <a:ext cx="2954655" cy="14878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518296" y="1449867"/>
            <a:ext cx="5441813" cy="4351338"/>
          </a:xfrm>
          <a:prstGeom prst="rect">
            <a:avLst/>
          </a:prstGeom>
        </p:spPr>
        <p:txBody>
          <a:bodyPr anchor="t" anchorCtr="0"/>
          <a:lstStyle>
            <a:lvl1pPr>
              <a:defRPr sz="2000" b="0" i="0">
                <a:solidFill>
                  <a:srgbClr val="0A2540"/>
                </a:solidFill>
                <a:latin typeface="Microsoft YaHei Regular" panose="020B0502040204020203" charset="-122"/>
                <a:ea typeface="Microsoft YaHei Regular" panose="020B0502040204020203" charset="-122"/>
              </a:defRPr>
            </a:lvl1pPr>
            <a:lvl2pPr marL="0" indent="0" eaLnBrk="1" fontAlgn="auto" latinLnBrk="0" hangingPunct="1">
              <a:lnSpc>
                <a:spcPct val="120000"/>
              </a:lnSpc>
              <a:spcBef>
                <a:spcPts val="0"/>
              </a:spcBef>
              <a:buFont typeface="Arial" panose="020B0604020202090204" pitchFamily="34" charset="0"/>
              <a:buNone/>
              <a:defRPr sz="2000" b="0" i="0">
                <a:solidFill>
                  <a:srgbClr val="0A2540"/>
                </a:solidFill>
                <a:latin typeface="Arial Regular" panose="020B0604020202090204" charset="0"/>
                <a:ea typeface="Microsoft YaHei Regular" panose="020B0502040204020203" charset="-122"/>
                <a:cs typeface="Arial Regular" panose="020B0604020202090204" charset="0"/>
              </a:defRPr>
            </a:lvl2pPr>
            <a:lvl3pPr>
              <a:defRPr sz="1600" b="0" i="0">
                <a:solidFill>
                  <a:srgbClr val="0A2540"/>
                </a:solidFill>
                <a:latin typeface="Microsoft YaHei Regular" panose="020B0502040204020203" charset="-122"/>
                <a:ea typeface="Microsoft YaHei Regular" panose="020B0502040204020203" charset="-122"/>
              </a:defRPr>
            </a:lvl3pPr>
            <a:lvl5pPr marL="1828800" indent="0">
              <a:buNone/>
              <a:defRPr/>
            </a:lvl5pPr>
          </a:lstStyle>
          <a:p>
            <a:pPr lvl="1"/>
            <a:r>
              <a:rPr kumimoji="1" lang="zh-CN" altLang="en-US" dirty="0"/>
              <a:t>Click here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56350" y="1430655"/>
            <a:ext cx="5283200" cy="4351655"/>
          </a:xfrm>
          <a:prstGeom prst="rect">
            <a:avLst/>
          </a:prstGeom>
        </p:spPr>
        <p:txBody>
          <a:bodyPr anchor="t" anchorCtr="0"/>
          <a:lstStyle>
            <a:lvl1pPr marL="0" indent="0" eaLnBrk="1" fontAlgn="auto" latinLnBrk="0" hangingPunct="1">
              <a:lnSpc>
                <a:spcPct val="120000"/>
              </a:lnSpc>
              <a:spcBef>
                <a:spcPts val="0"/>
              </a:spcBef>
              <a:buNone/>
              <a:defRPr sz="2000" b="0" i="0">
                <a:solidFill>
                  <a:srgbClr val="0A2540"/>
                </a:solidFill>
                <a:latin typeface="Arial Regular" panose="020B0604020202090204" charset="0"/>
                <a:ea typeface="Microsoft YaHei Regular" panose="020B0502040204020203" charset="-122"/>
                <a:cs typeface="Arial Regular" panose="020B0604020202090204" charset="0"/>
              </a:defRPr>
            </a:lvl1pPr>
            <a:lvl2pPr>
              <a:defRPr sz="1800" b="0" i="0">
                <a:solidFill>
                  <a:srgbClr val="0A2540"/>
                </a:solidFill>
                <a:latin typeface="Microsoft YaHei Regular" panose="020B0502040204020203" charset="-122"/>
                <a:ea typeface="Microsoft YaHei Regular" panose="020B0502040204020203" charset="-122"/>
              </a:defRPr>
            </a:lvl2pPr>
            <a:lvl3pPr>
              <a:defRPr sz="1600" b="0" i="0">
                <a:solidFill>
                  <a:srgbClr val="0A2540"/>
                </a:solidFill>
                <a:latin typeface="Microsoft YaHei Regular" panose="020B0502040204020203" charset="-122"/>
                <a:ea typeface="Microsoft YaHei Regular" panose="020B0502040204020203" charset="-122"/>
              </a:defRPr>
            </a:lvl3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Click here</a:t>
            </a:r>
          </a:p>
        </p:txBody>
      </p:sp>
      <p:pic>
        <p:nvPicPr>
          <p:cNvPr id="25" name="图片 24" descr="/Users/enson/Downloads/GOSIM Paris 2026.pngGOSIM Paris 2026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9"/>
          <a:srcRect l="113" r="113"/>
          <a:stretch>
            <a:fillRect/>
          </a:stretch>
        </p:blipFill>
        <p:spPr>
          <a:xfrm>
            <a:off x="9931400" y="326143"/>
            <a:ext cx="2025650" cy="280035"/>
          </a:xfrm>
          <a:prstGeom prst="rect">
            <a:avLst/>
          </a:prstGeom>
        </p:spPr>
      </p:pic>
      <p:sp>
        <p:nvSpPr>
          <p:cNvPr id="30" name="文本占位符 2"/>
          <p:cNvSpPr>
            <a:spLocks noGrp="1"/>
          </p:cNvSpPr>
          <p:nvPr>
            <p:ph type="body" idx="15" hasCustomPrompt="1"/>
            <p:custDataLst>
              <p:tags r:id="rId2"/>
            </p:custDataLst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EEE0BD"/>
                    </a:gs>
                    <a:gs pos="0">
                      <a:srgbClr val="EEE0BD"/>
                    </a:gs>
                    <a:gs pos="0">
                      <a:srgbClr val="EEE0BD"/>
                    </a:gs>
                    <a:gs pos="0">
                      <a:srgbClr val="EEE0BD"/>
                    </a:gs>
                    <a:gs pos="45000">
                      <a:srgbClr val="73988E"/>
                    </a:gs>
                    <a:gs pos="45000">
                      <a:srgbClr val="73988E"/>
                    </a:gs>
                    <a:gs pos="45000">
                      <a:srgbClr val="73988E"/>
                    </a:gs>
                    <a:gs pos="45000">
                      <a:srgbClr val="73988E"/>
                    </a:gs>
                    <a:gs pos="100000">
                      <a:srgbClr val="2D6B5B"/>
                    </a:gs>
                    <a:gs pos="100000">
                      <a:srgbClr val="2D6B5B"/>
                    </a:gs>
                    <a:gs pos="100000">
                      <a:srgbClr val="2D6B5B"/>
                    </a:gs>
                    <a:gs pos="100000">
                      <a:srgbClr val="2D6B5B"/>
                    </a:gs>
                  </a:gsLst>
                  <a:lin ang="10800000" scaled="0"/>
                </a:gradFill>
                <a:latin typeface="Arial Bold" panose="020B0604020202090204" charset="0"/>
                <a:ea typeface="Microsoft YaHei Bold" panose="020B0502040204020203" charset="-122"/>
                <a:cs typeface="Arial Bold" panose="020B0604020202090204" charset="0"/>
              </a:defRPr>
            </a:lvl1pPr>
          </a:lstStyle>
          <a:p>
            <a:pPr marL="0" lvl="0" eaLnBrk="0" hangingPunct="0"/>
            <a:r>
              <a:rPr kumimoji="1" lang="en-US" dirty="0" err="1">
                <a:sym typeface="+mn-ea"/>
              </a:rPr>
              <a:t>Title</a:t>
            </a:r>
          </a:p>
        </p:txBody>
      </p:sp>
      <p:sp>
        <p:nvSpPr>
          <p:cNvPr id="5" name="矩形 4"/>
          <p:cNvSpPr/>
          <p:nvPr userDrawn="1">
            <p:custDataLst>
              <p:tags r:id="rId3"/>
            </p:custDataLst>
          </p:nvPr>
        </p:nvSpPr>
        <p:spPr>
          <a:xfrm>
            <a:off x="635" y="6496050"/>
            <a:ext cx="12191365" cy="361315"/>
          </a:xfrm>
          <a:prstGeom prst="rect">
            <a:avLst/>
          </a:prstGeom>
          <a:gradFill>
            <a:gsLst>
              <a:gs pos="100000">
                <a:srgbClr val="2D6B5B"/>
              </a:gs>
              <a:gs pos="45000">
                <a:srgbClr val="73988E"/>
              </a:gs>
              <a:gs pos="0">
                <a:srgbClr val="EEE0BD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2040204020203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1124565" y="6570663"/>
            <a:ext cx="832485" cy="212090"/>
          </a:xfrm>
          <a:prstGeom prst="rect">
            <a:avLst/>
          </a:prstGeom>
        </p:spPr>
      </p:pic>
      <p:cxnSp>
        <p:nvCxnSpPr>
          <p:cNvPr id="7" name="直接连接符 8"/>
          <p:cNvCxnSpPr/>
          <p:nvPr userDrawn="1">
            <p:custDataLst>
              <p:tags r:id="rId5"/>
            </p:custDataLst>
          </p:nvPr>
        </p:nvCxnSpPr>
        <p:spPr>
          <a:xfrm>
            <a:off x="1794934" y="723900"/>
            <a:ext cx="10397066" cy="0"/>
          </a:xfrm>
          <a:prstGeom prst="line">
            <a:avLst/>
          </a:prstGeom>
          <a:ln w="28575">
            <a:solidFill>
              <a:srgbClr val="2D6B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11"/>
          <p:cNvCxnSpPr/>
          <p:nvPr userDrawn="1">
            <p:custDataLst>
              <p:tags r:id="rId6"/>
            </p:custDataLst>
          </p:nvPr>
        </p:nvCxnSpPr>
        <p:spPr>
          <a:xfrm>
            <a:off x="221771" y="723900"/>
            <a:ext cx="1573530" cy="0"/>
          </a:xfrm>
          <a:prstGeom prst="line">
            <a:avLst/>
          </a:prstGeom>
          <a:ln w="28575">
            <a:solidFill>
              <a:srgbClr val="EEE0BD">
                <a:alpha val="69804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矢量智能对象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11"/>
          <a:stretch>
            <a:fillRect/>
          </a:stretch>
        </p:blipFill>
        <p:spPr>
          <a:xfrm flipH="1">
            <a:off x="635" y="5370195"/>
            <a:ext cx="2954655" cy="14878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 descr="/Users/enson/Downloads/GOSIM Paris 2026.pngGOSIM Paris 2026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1"/>
          <a:srcRect l="113" r="113"/>
          <a:stretch>
            <a:fillRect/>
          </a:stretch>
        </p:blipFill>
        <p:spPr>
          <a:xfrm>
            <a:off x="9931400" y="326143"/>
            <a:ext cx="2025650" cy="280035"/>
          </a:xfrm>
          <a:prstGeom prst="rect">
            <a:avLst/>
          </a:prstGeom>
        </p:spPr>
      </p:pic>
      <p:sp>
        <p:nvSpPr>
          <p:cNvPr id="30" name="文本占位符 2"/>
          <p:cNvSpPr>
            <a:spLocks noGrp="1"/>
          </p:cNvSpPr>
          <p:nvPr>
            <p:ph type="body" idx="15" hasCustomPrompt="1"/>
            <p:custDataLst>
              <p:tags r:id="rId2"/>
            </p:custDataLst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EEE0BD"/>
                    </a:gs>
                    <a:gs pos="0">
                      <a:srgbClr val="EEE0BD"/>
                    </a:gs>
                    <a:gs pos="0">
                      <a:srgbClr val="EEE0BD"/>
                    </a:gs>
                    <a:gs pos="0">
                      <a:srgbClr val="EEE0BD"/>
                    </a:gs>
                    <a:gs pos="0">
                      <a:srgbClr val="EEE0BD"/>
                    </a:gs>
                    <a:gs pos="0">
                      <a:srgbClr val="EEE0BD"/>
                    </a:gs>
                    <a:gs pos="0">
                      <a:srgbClr val="EEE0BD"/>
                    </a:gs>
                    <a:gs pos="0">
                      <a:srgbClr val="EEE0BD"/>
                    </a:gs>
                    <a:gs pos="45000">
                      <a:srgbClr val="73988E"/>
                    </a:gs>
                    <a:gs pos="45000">
                      <a:srgbClr val="73988E"/>
                    </a:gs>
                    <a:gs pos="45000">
                      <a:srgbClr val="73988E"/>
                    </a:gs>
                    <a:gs pos="45000">
                      <a:srgbClr val="73988E"/>
                    </a:gs>
                    <a:gs pos="45000">
                      <a:srgbClr val="73988E"/>
                    </a:gs>
                    <a:gs pos="45000">
                      <a:srgbClr val="73988E"/>
                    </a:gs>
                    <a:gs pos="45000">
                      <a:srgbClr val="73988E"/>
                    </a:gs>
                    <a:gs pos="45000">
                      <a:srgbClr val="73988E"/>
                    </a:gs>
                    <a:gs pos="100000">
                      <a:srgbClr val="2D6B5B"/>
                    </a:gs>
                    <a:gs pos="100000">
                      <a:srgbClr val="2D6B5B"/>
                    </a:gs>
                    <a:gs pos="100000">
                      <a:srgbClr val="2D6B5B"/>
                    </a:gs>
                    <a:gs pos="100000">
                      <a:srgbClr val="2D6B5B"/>
                    </a:gs>
                    <a:gs pos="100000">
                      <a:srgbClr val="2D6B5B"/>
                    </a:gs>
                    <a:gs pos="100000">
                      <a:srgbClr val="2D6B5B"/>
                    </a:gs>
                    <a:gs pos="100000">
                      <a:srgbClr val="2D6B5B"/>
                    </a:gs>
                    <a:gs pos="100000">
                      <a:srgbClr val="2D6B5B"/>
                    </a:gs>
                  </a:gsLst>
                  <a:lin ang="10800000" scaled="0"/>
                </a:gradFill>
                <a:latin typeface="Arial Bold" panose="020B0604020202090204" charset="0"/>
                <a:ea typeface="Microsoft YaHei Bold" panose="020B0502040204020203" charset="-122"/>
                <a:cs typeface="Arial Bold" panose="020B0604020202090204" charset="0"/>
              </a:defRPr>
            </a:lvl1pPr>
          </a:lstStyle>
          <a:p>
            <a:pPr marL="0" lvl="0" eaLnBrk="0" hangingPunct="0"/>
            <a:r>
              <a:rPr kumimoji="1" lang="en-US" dirty="0" err="1">
                <a:sym typeface="+mn-ea"/>
              </a:rPr>
              <a:t>Title</a:t>
            </a:r>
          </a:p>
        </p:txBody>
      </p:sp>
      <p:sp>
        <p:nvSpPr>
          <p:cNvPr id="5" name="图片占位符 2"/>
          <p:cNvSpPr>
            <a:spLocks noGrp="1"/>
          </p:cNvSpPr>
          <p:nvPr>
            <p:ph type="pic" idx="1" hasCustomPrompt="1"/>
            <p:custDataLst>
              <p:tags r:id="rId3"/>
            </p:custDataLst>
          </p:nvPr>
        </p:nvSpPr>
        <p:spPr>
          <a:xfrm>
            <a:off x="5457190" y="1449705"/>
            <a:ext cx="6172200" cy="467931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>
                <a:solidFill>
                  <a:srgbClr val="0A2540"/>
                </a:solidFill>
                <a:latin typeface="Arial Regular" panose="020B0604020202090204" charset="0"/>
                <a:ea typeface="Microsoft YaHei Regular" panose="020B0502040204020203" charset="-122"/>
                <a:cs typeface="Arial Regular" panose="020B060402020209020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zh-CN" altLang="en-US"/>
              <a:t>Click here</a:t>
            </a:r>
          </a:p>
        </p:txBody>
      </p:sp>
      <p:sp>
        <p:nvSpPr>
          <p:cNvPr id="20" name="标题 9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18160" y="1449705"/>
            <a:ext cx="4698365" cy="467995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>
              <a:lnSpc>
                <a:spcPct val="120000"/>
              </a:lnSpc>
              <a:defRPr sz="2000" b="0">
                <a:solidFill>
                  <a:srgbClr val="0A2540"/>
                </a:solidFill>
                <a:effectLst/>
                <a:latin typeface="Arial Regular" panose="020B0604020202090204" charset="0"/>
                <a:ea typeface="Microsoft YaHei Regular" panose="020B0502040204020203" charset="-122"/>
                <a:cs typeface="Arial Regular" panose="020B0604020202090204" charset="0"/>
              </a:defRPr>
            </a:lvl1pPr>
          </a:lstStyle>
          <a:p>
            <a:r>
              <a:rPr kumimoji="1" lang="zh-CN" altLang="en-US" dirty="0">
                <a:sym typeface="+mn-ea"/>
              </a:rPr>
              <a:t>Click here</a:t>
            </a:r>
            <a:endParaRPr lang="zh-CN" altLang="en-US" dirty="0"/>
          </a:p>
        </p:txBody>
      </p:sp>
      <p:sp>
        <p:nvSpPr>
          <p:cNvPr id="2" name="矩形 1"/>
          <p:cNvSpPr/>
          <p:nvPr userDrawn="1">
            <p:custDataLst>
              <p:tags r:id="rId5"/>
            </p:custDataLst>
          </p:nvPr>
        </p:nvSpPr>
        <p:spPr>
          <a:xfrm>
            <a:off x="635" y="6496050"/>
            <a:ext cx="12191365" cy="361315"/>
          </a:xfrm>
          <a:prstGeom prst="rect">
            <a:avLst/>
          </a:prstGeom>
          <a:gradFill>
            <a:gsLst>
              <a:gs pos="100000">
                <a:srgbClr val="2D6B5B"/>
              </a:gs>
              <a:gs pos="45000">
                <a:srgbClr val="73988E"/>
              </a:gs>
              <a:gs pos="0">
                <a:srgbClr val="EEE0BD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2040204020203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1124565" y="6570663"/>
            <a:ext cx="832485" cy="212090"/>
          </a:xfrm>
          <a:prstGeom prst="rect">
            <a:avLst/>
          </a:prstGeom>
        </p:spPr>
      </p:pic>
      <p:cxnSp>
        <p:nvCxnSpPr>
          <p:cNvPr id="4" name="直接连接符 8"/>
          <p:cNvCxnSpPr/>
          <p:nvPr userDrawn="1">
            <p:custDataLst>
              <p:tags r:id="rId7"/>
            </p:custDataLst>
          </p:nvPr>
        </p:nvCxnSpPr>
        <p:spPr>
          <a:xfrm>
            <a:off x="1794934" y="723900"/>
            <a:ext cx="10397066" cy="0"/>
          </a:xfrm>
          <a:prstGeom prst="line">
            <a:avLst/>
          </a:prstGeom>
          <a:ln w="28575">
            <a:solidFill>
              <a:srgbClr val="2D6B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11"/>
          <p:cNvCxnSpPr/>
          <p:nvPr userDrawn="1">
            <p:custDataLst>
              <p:tags r:id="rId8"/>
            </p:custDataLst>
          </p:nvPr>
        </p:nvCxnSpPr>
        <p:spPr>
          <a:xfrm>
            <a:off x="221771" y="723900"/>
            <a:ext cx="1573530" cy="0"/>
          </a:xfrm>
          <a:prstGeom prst="line">
            <a:avLst/>
          </a:prstGeom>
          <a:ln w="28575">
            <a:solidFill>
              <a:srgbClr val="EEE0BD">
                <a:alpha val="69804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 descr="矢量智能对象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3"/>
          <a:stretch>
            <a:fillRect/>
          </a:stretch>
        </p:blipFill>
        <p:spPr>
          <a:xfrm flipH="1">
            <a:off x="635" y="5370195"/>
            <a:ext cx="2954655" cy="14878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/Users/enson/Downloads/确定版KV.jpg确定版KV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5" name="图片 12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54087" y="469753"/>
            <a:ext cx="1397002" cy="355600"/>
          </a:xfrm>
          <a:prstGeom prst="rect">
            <a:avLst/>
          </a:prstGeom>
        </p:spPr>
      </p:pic>
      <p:sp>
        <p:nvSpPr>
          <p:cNvPr id="25" name="文本占位符 2"/>
          <p:cNvSpPr>
            <a:spLocks noGrp="1"/>
          </p:cNvSpPr>
          <p:nvPr>
            <p:ph type="body" idx="15" hasCustomPrompt="1"/>
            <p:custDataLst>
              <p:tags r:id="rId2"/>
            </p:custDataLst>
          </p:nvPr>
        </p:nvSpPr>
        <p:spPr>
          <a:xfrm>
            <a:off x="405130" y="2157095"/>
            <a:ext cx="8556625" cy="200215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96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 panose="020B0604020202090204" charset="0"/>
                <a:ea typeface="Microsoft YaHei Bold" panose="020B0502040204020203" charset="-122"/>
                <a:cs typeface="Source Han Sans SC" panose="020B0400000000000000" pitchFamily="34" charset="-128"/>
              </a:defRPr>
            </a:lvl1pPr>
          </a:lstStyle>
          <a:p>
            <a:pPr marL="0" lvl="0" eaLnBrk="0" hangingPunct="0"/>
            <a:r>
              <a:rPr kumimoji="1" lang="en-US" dirty="0" err="1"/>
              <a:t>Thanks</a:t>
            </a:r>
            <a:r>
              <a:rPr kumimoji="1" dirty="0" err="1"/>
              <a:t>！</a:t>
            </a:r>
          </a:p>
        </p:txBody>
      </p:sp>
      <p:pic>
        <p:nvPicPr>
          <p:cNvPr id="2" name="图片 1" descr="/Users/enson/Downloads/GOSIM Paris 2026.pngGOSIM Paris 2026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7">
            <a:biLevel thresh="50000"/>
          </a:blip>
          <a:srcRect l="113" r="113"/>
          <a:stretch>
            <a:fillRect/>
          </a:stretch>
        </p:blipFill>
        <p:spPr>
          <a:xfrm>
            <a:off x="9675495" y="507536"/>
            <a:ext cx="2025650" cy="280035"/>
          </a:xfrm>
          <a:prstGeom prst="rect">
            <a:avLst/>
          </a:prstGeom>
          <a:effectLst>
            <a:outerShdw blurRad="12700" dist="12700" dir="2700000" algn="tl" rotWithShape="0">
              <a:prstClr val="black">
                <a:alpha val="20000"/>
              </a:prstClr>
            </a:outerShdw>
          </a:effec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9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GOSIM AI Vision Foru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75" y="1745615"/>
            <a:ext cx="5403215" cy="2214245"/>
          </a:xfrm>
          <a:prstGeom prst="rect">
            <a:avLst/>
          </a:prstGeom>
        </p:spPr>
      </p:pic>
      <p:pic>
        <p:nvPicPr>
          <p:cNvPr id="12" name="图片 11" descr="May 4, 20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075" y="4381500"/>
            <a:ext cx="1681480" cy="4241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文本占位符 5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4" name="文本占位符 5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6" name="文本占位符 55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7" name="文本占位符 56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" name="矩形 17"/>
          <p:cNvSpPr/>
          <p:nvPr userDrawn="1">
            <p:custDataLst>
              <p:tags r:id="rId1"/>
            </p:custDataLst>
          </p:nvPr>
        </p:nvSpPr>
        <p:spPr>
          <a:xfrm>
            <a:off x="417195" y="4585335"/>
            <a:ext cx="1727835" cy="503555"/>
          </a:xfrm>
          <a:prstGeom prst="rect">
            <a:avLst/>
          </a:prstGeom>
          <a:solidFill>
            <a:srgbClr val="FFF00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kumimoji="1"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old" panose="020B0604020202090204" charset="0"/>
              <a:ea typeface="Microsoft YaHei Bold" panose="020B0502040204020203" charset="-122"/>
              <a:cs typeface="Arial Bold" panose="020B0604020202090204" charset="0"/>
              <a:sym typeface="+mn-ea"/>
            </a:endParaRPr>
          </a:p>
        </p:txBody>
      </p:sp>
      <p:sp>
        <p:nvSpPr>
          <p:cNvPr id="19" name="单圆角矩形 18"/>
          <p:cNvSpPr/>
          <p:nvPr userDrawn="1">
            <p:custDataLst>
              <p:tags r:id="rId2"/>
            </p:custDataLst>
          </p:nvPr>
        </p:nvSpPr>
        <p:spPr>
          <a:xfrm>
            <a:off x="417195" y="4584700"/>
            <a:ext cx="1727835" cy="504190"/>
          </a:xfrm>
          <a:prstGeom prst="round1Rect">
            <a:avLst>
              <a:gd name="adj" fmla="val 50000"/>
            </a:avLst>
          </a:prstGeom>
          <a:gradFill>
            <a:gsLst>
              <a:gs pos="100000">
                <a:srgbClr val="2D6B5B"/>
              </a:gs>
              <a:gs pos="45000">
                <a:srgbClr val="73988E"/>
              </a:gs>
              <a:gs pos="0">
                <a:srgbClr val="EEE0B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 panose="020B0604020202090204" charset="0"/>
                <a:ea typeface="Microsoft YaHei Bold" panose="020B0502040204020203" charset="-122"/>
                <a:cs typeface="Arial Bold" panose="020B0604020202090204" charset="0"/>
                <a:sym typeface="+mn-ea"/>
              </a:rPr>
              <a:t>Part 04 </a:t>
            </a:r>
          </a:p>
        </p:txBody>
      </p:sp>
      <p:sp>
        <p:nvSpPr>
          <p:cNvPr id="20" name="矩形 19"/>
          <p:cNvSpPr/>
          <p:nvPr userDrawn="1">
            <p:custDataLst>
              <p:tags r:id="rId3"/>
            </p:custDataLst>
          </p:nvPr>
        </p:nvSpPr>
        <p:spPr>
          <a:xfrm>
            <a:off x="417195" y="2411730"/>
            <a:ext cx="1727835" cy="503555"/>
          </a:xfrm>
          <a:prstGeom prst="rect">
            <a:avLst/>
          </a:prstGeom>
          <a:solidFill>
            <a:srgbClr val="FFF00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kumimoji="1"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old" panose="020B0604020202090204" charset="0"/>
              <a:ea typeface="Microsoft YaHei Bold" panose="020B0502040204020203" charset="-122"/>
              <a:cs typeface="Arial Bold" panose="020B0604020202090204" charset="0"/>
              <a:sym typeface="+mn-ea"/>
            </a:endParaRPr>
          </a:p>
        </p:txBody>
      </p:sp>
      <p:sp>
        <p:nvSpPr>
          <p:cNvPr id="21" name="单圆角矩形 20"/>
          <p:cNvSpPr/>
          <p:nvPr userDrawn="1">
            <p:custDataLst>
              <p:tags r:id="rId4"/>
            </p:custDataLst>
          </p:nvPr>
        </p:nvSpPr>
        <p:spPr>
          <a:xfrm>
            <a:off x="417195" y="2411095"/>
            <a:ext cx="1727835" cy="504190"/>
          </a:xfrm>
          <a:prstGeom prst="round1Rect">
            <a:avLst>
              <a:gd name="adj" fmla="val 50000"/>
            </a:avLst>
          </a:prstGeom>
          <a:gradFill>
            <a:gsLst>
              <a:gs pos="100000">
                <a:srgbClr val="2D6B5B">
                  <a:alpha val="100000"/>
                </a:srgbClr>
              </a:gs>
              <a:gs pos="45000">
                <a:srgbClr val="73988E"/>
              </a:gs>
              <a:gs pos="0">
                <a:srgbClr val="EEE0B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 panose="020B0604020202090204" charset="0"/>
                <a:ea typeface="Microsoft YaHei Bold" panose="020B0502040204020203" charset="-122"/>
                <a:cs typeface="Arial Bold" panose="020B0604020202090204" charset="0"/>
                <a:sym typeface="+mn-ea"/>
              </a:rPr>
              <a:t>Part 01 </a:t>
            </a:r>
          </a:p>
        </p:txBody>
      </p:sp>
      <p:sp>
        <p:nvSpPr>
          <p:cNvPr id="22" name="矩形 21"/>
          <p:cNvSpPr/>
          <p:nvPr userDrawn="1">
            <p:custDataLst>
              <p:tags r:id="rId5"/>
            </p:custDataLst>
          </p:nvPr>
        </p:nvSpPr>
        <p:spPr>
          <a:xfrm>
            <a:off x="417195" y="3136265"/>
            <a:ext cx="1727835" cy="503555"/>
          </a:xfrm>
          <a:prstGeom prst="rect">
            <a:avLst/>
          </a:prstGeom>
          <a:solidFill>
            <a:srgbClr val="FFF00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kumimoji="1"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old" panose="020B0604020202090204" charset="0"/>
              <a:ea typeface="Microsoft YaHei Bold" panose="020B0502040204020203" charset="-122"/>
              <a:cs typeface="Arial Bold" panose="020B0604020202090204" charset="0"/>
              <a:sym typeface="+mn-ea"/>
            </a:endParaRPr>
          </a:p>
        </p:txBody>
      </p:sp>
      <p:sp>
        <p:nvSpPr>
          <p:cNvPr id="23" name="单圆角矩形 22"/>
          <p:cNvSpPr/>
          <p:nvPr userDrawn="1">
            <p:custDataLst>
              <p:tags r:id="rId6"/>
            </p:custDataLst>
          </p:nvPr>
        </p:nvSpPr>
        <p:spPr>
          <a:xfrm>
            <a:off x="417195" y="3135630"/>
            <a:ext cx="1727835" cy="504190"/>
          </a:xfrm>
          <a:prstGeom prst="round1Rect">
            <a:avLst>
              <a:gd name="adj" fmla="val 50000"/>
            </a:avLst>
          </a:prstGeom>
          <a:gradFill>
            <a:gsLst>
              <a:gs pos="100000">
                <a:srgbClr val="2D6B5B"/>
              </a:gs>
              <a:gs pos="45000">
                <a:srgbClr val="73988E"/>
              </a:gs>
              <a:gs pos="0">
                <a:srgbClr val="EEE0B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 panose="020B0604020202090204" charset="0"/>
                <a:ea typeface="Microsoft YaHei Bold" panose="020B0502040204020203" charset="-122"/>
                <a:cs typeface="Arial Bold" panose="020B0604020202090204" charset="0"/>
                <a:sym typeface="+mn-ea"/>
              </a:rPr>
              <a:t>Part 02 </a:t>
            </a:r>
          </a:p>
        </p:txBody>
      </p:sp>
      <p:sp>
        <p:nvSpPr>
          <p:cNvPr id="24" name="矩形 23"/>
          <p:cNvSpPr/>
          <p:nvPr userDrawn="1">
            <p:custDataLst>
              <p:tags r:id="rId7"/>
            </p:custDataLst>
          </p:nvPr>
        </p:nvSpPr>
        <p:spPr>
          <a:xfrm>
            <a:off x="417195" y="3860800"/>
            <a:ext cx="1727835" cy="503555"/>
          </a:xfrm>
          <a:prstGeom prst="rect">
            <a:avLst/>
          </a:prstGeom>
          <a:solidFill>
            <a:srgbClr val="FFF00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kumimoji="1"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old" panose="020B0604020202090204" charset="0"/>
              <a:ea typeface="Microsoft YaHei Bold" panose="020B0502040204020203" charset="-122"/>
              <a:cs typeface="Arial Bold" panose="020B0604020202090204" charset="0"/>
              <a:sym typeface="+mn-ea"/>
            </a:endParaRPr>
          </a:p>
        </p:txBody>
      </p:sp>
      <p:sp>
        <p:nvSpPr>
          <p:cNvPr id="25" name="单圆角矩形 24"/>
          <p:cNvSpPr/>
          <p:nvPr userDrawn="1">
            <p:custDataLst>
              <p:tags r:id="rId8"/>
            </p:custDataLst>
          </p:nvPr>
        </p:nvSpPr>
        <p:spPr>
          <a:xfrm>
            <a:off x="417195" y="3860165"/>
            <a:ext cx="1727835" cy="504190"/>
          </a:xfrm>
          <a:prstGeom prst="round1Rect">
            <a:avLst>
              <a:gd name="adj" fmla="val 50000"/>
            </a:avLst>
          </a:prstGeom>
          <a:gradFill>
            <a:gsLst>
              <a:gs pos="100000">
                <a:srgbClr val="2D6B5B"/>
              </a:gs>
              <a:gs pos="45000">
                <a:srgbClr val="73988E"/>
              </a:gs>
              <a:gs pos="0">
                <a:srgbClr val="EEE0B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 panose="020B0604020202090204" charset="0"/>
                <a:ea typeface="Microsoft YaHei Bold" panose="020B0502040204020203" charset="-122"/>
                <a:cs typeface="Arial Bold" panose="020B0604020202090204" charset="0"/>
                <a:sym typeface="+mn-ea"/>
              </a:rPr>
              <a:t>Part 03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01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endParaRPr lang="zh-CN" altLang="en-US">
              <a:cs typeface="Arial Bold" panose="020B060402020209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内容占位符 1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buNone/>
            </a:pPr>
            <a:endParaRPr lang="zh-CN" altLang="en-US"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4" name="内容占位符 1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图片占位符 4"/>
          <p:cNvSpPr>
            <a:spLocks noGrp="1"/>
          </p:cNvSpPr>
          <p:nvPr>
            <p:ph type="pic" idx="1"/>
          </p:nvPr>
        </p:nvSpPr>
        <p:spPr/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5"/>
          </p:nvPr>
        </p:nvSpPr>
        <p:spPr>
          <a:xfrm>
            <a:off x="405130" y="2247265"/>
            <a:ext cx="8556625" cy="2002155"/>
          </a:xfrm>
        </p:spPr>
        <p:txBody>
          <a:bodyPr/>
          <a:lstStyle/>
          <a:p>
            <a:r>
              <a:rPr lang="en-US" altLang="zh-CN" sz="9600">
                <a:cs typeface="Arial Bold" panose="020B0604020202090204" charset="0"/>
              </a:rPr>
              <a:t>Thanks!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zFkMzZlZGMwYWUyOWM3ZjMwYWJhNDI1OTFhYzRhMT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GOSIM-默认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思源黑体 CN"/>
        <a:ea typeface=""/>
        <a:cs typeface=""/>
        <a:font script="Jpan" typeface="游ゴシック Light"/>
        <a:font script="Hang" typeface="맑은 고딕"/>
        <a:font script="Hans" typeface="思源黑体 C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"/>
        <a:ea typeface=""/>
        <a:cs typeface=""/>
        <a:font script="Jpan" typeface="游ゴシック"/>
        <a:font script="Hang" typeface="맑은 고딕"/>
        <a:font script="Hans" typeface="思源黑体 CN"/>
        <a:font script="Hant" typeface="新細明體"/>
        <a:font script="Arab" typeface="思源黑体 CN"/>
        <a:font script="Hebr" typeface="思源黑体 C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lang="zh-CN" altLang="en-US" sz="240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思源黑体 CN"/>
        <a:ea typeface=""/>
        <a:cs typeface=""/>
        <a:font script="Jpan" typeface="游ゴシック Light"/>
        <a:font script="Hang" typeface="맑은 고딕"/>
        <a:font script="Hans" typeface="思源黑体 C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"/>
        <a:ea typeface=""/>
        <a:cs typeface=""/>
        <a:font script="Jpan" typeface="游ゴシック"/>
        <a:font script="Hang" typeface="맑은 고딕"/>
        <a:font script="Hans" typeface="思源黑体 CN"/>
        <a:font script="Hant" typeface="新細明體"/>
        <a:font script="Arab" typeface="思源黑体 CN"/>
        <a:font script="Hebr" typeface="思源黑体 C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思源黑体 CN"/>
        <a:font script="Hant" typeface="新細明體"/>
        <a:font script="Arab" typeface="思源黑体 CN"/>
        <a:font script="Hebr" typeface="思源黑体 C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Macintosh PowerPoint</Application>
  <PresentationFormat>宽屏</PresentationFormat>
  <Paragraphs>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思源黑体 CN</vt:lpstr>
      <vt:lpstr>Arial Bold</vt:lpstr>
      <vt:lpstr>Arial Regular</vt:lpstr>
      <vt:lpstr>Microsoft YaHei Bold</vt:lpstr>
      <vt:lpstr>Microsoft YaHei Regular</vt:lpstr>
      <vt:lpstr>Arial</vt:lpstr>
      <vt:lpstr>Calibri</vt:lpstr>
      <vt:lpstr>GOSIM-默认</vt:lpstr>
      <vt:lpstr>PowerPoint 演示文稿</vt:lpstr>
      <vt:lpstr>PowerPoint 演示文稿</vt:lpstr>
      <vt:lpstr>PowerPoint 演示文稿</vt:lpstr>
      <vt:lpstr>01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旭 张</dc:creator>
  <cp:lastModifiedBy>Alice Yan</cp:lastModifiedBy>
  <cp:revision>73</cp:revision>
  <dcterms:created xsi:type="dcterms:W3CDTF">2026-04-23T10:00:06Z</dcterms:created>
  <dcterms:modified xsi:type="dcterms:W3CDTF">2026-04-23T10:02:28Z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A344E2437D52AF6DA6EDE969BCF58545_43</vt:lpwstr>
  </property>
  <property fmtid="{D5CDD505-2E9C-101B-9397-08002B2CF9AE}" pid="3" name="KSOProductBuildVer">
    <vt:lpwstr>2052-6.10.1.8873</vt:lpwstr>
  </property>
</Properties>
</file>